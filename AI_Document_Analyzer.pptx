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AI Document Analyzer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914400" y="22860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GUVI Hackathon 2026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914400" y="292608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Shesh Gupta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Problem Statement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Documents me data extract karna slow hai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Manual analysis me time lagta hai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• Insights missing rehte hain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Our Solution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Upload → Extract → Analyze → Results</a:t>
            </a:r>
            <a:endParaRPr lang="en-US" sz="1600" dirty="0"/>
          </a:p>
          <a:p>
            <a:pPr indent="0" marL="0">
              <a:buNone/>
            </a:pP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AI se automatic summary + entity extraction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Tech Stack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Python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FastAPI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Gemini API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Vercel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PyMuPDF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python-docx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API Design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POST /api/document-analyze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</a:rPr>
              <a:t>Returns summary, entities and sentiment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Summary: AI generated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Entities: Names, Dates, Organizations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Sentiment: Positive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Scoring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9144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API Accuracy: 90 marks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Code Quality: 10 marks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Thank You!</a:t>
            </a:r>
            <a:endParaRPr lang="en-US" sz="3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2026-04-04T14:18:43Z</dcterms:created>
  <dcterms:modified xsi:type="dcterms:W3CDTF">2026-04-04T14:18:43Z</dcterms:modified>
</cp:coreProperties>
</file>