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6576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⚡ Hackathon 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Analyzer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AI-Powered Document Analysis &amp; Extraction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6576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Shesh Gupta</a:t>
            </a:r>
            <a:pPr indent="0" marL="0">
              <a:buNone/>
            </a:pPr>
            <a:r>
              <a:rPr lang="en-US" sz="130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30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GCRG Group of Institutions, Lucknow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E4FBD"/>
          </a:solidFill>
          <a:ln w="12700">
            <a:solidFill>
              <a:srgbClr val="1E4F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33832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383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33832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383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2.5 Flash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832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Vercel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https://doc-analyzer-gemini.vercel.app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663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FCC"/>
                </a:solidFill>
              </a:rPr>
              <a:t>GUVI Hackathon 2026 — Intern Hiring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83464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834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Docs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deal with PDFs, Word documents, and scanned images daily — extracting info manually is slow and error-prone.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83464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834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371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entities like names, dates, amounts, and organizations are buried in documents — finding them takes hours.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83464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834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6517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contain sentiment and structured data that goes unanalyzed — valuable business intelligence is lost.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FCC"/>
                </a:solidFill>
              </a:rPr>
              <a:t>GUVI Hackathon 2026 — Track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20116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8288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PDF / DOCX / Image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828800" cy="20116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80160"/>
            <a:ext cx="18288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Extract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Text &amp; Layout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8288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828800" cy="20116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280160"/>
            <a:ext cx="18288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Gemini 2.5 Flash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1280160"/>
            <a:ext cx="1828800" cy="20116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280160"/>
            <a:ext cx="18288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037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JSON Response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Multi-format: PDF, DOCX, Image (OCR)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AI-powered summarisation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Named entity extraction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Sentiment analysis (Positive/Neutral/Negative)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REST API with authentication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463040"/>
          </a:xfrm>
          <a:prstGeom prst="rect">
            <a:avLst/>
          </a:prstGeom>
          <a:solidFill>
            <a:srgbClr val="1E4FBD"/>
          </a:solidFill>
          <a:ln w="12700">
            <a:solidFill>
              <a:srgbClr val="1E4F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64008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7764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REST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 &amp; OCR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640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776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7764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parsing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46304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64008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API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📨  Request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/api/document-analyze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x-api-key: YOUR_KEY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"fileName": "doc.pdf",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"fileType": "pdf",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"fileBase64": "..."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📩  Response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02336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544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"fileName": "doc.pdf",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"...",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"entities":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"names":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"dates":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"organizations":[...],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"amounts": [...]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"sentiment": "Neutral"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</a:rPr>
              <a:t>🔐  Requests without a valid API key are rejected with 401 Unauthorized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Live Demo —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✅ Success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sample3.jpg — Image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FCC"/>
                </a:solidFill>
              </a:rPr>
              <a:t>SUMMARY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Lane is a creative graphic designer with over 5 years of experience in impactful print and digital visuals, specializing in brand identity and packaging design.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0233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5C"/>
                </a:solidFill>
              </a:rPr>
              <a:t>👤 NAMES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62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Lane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0233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5C"/>
                </a:solidFill>
              </a:rPr>
              <a:t>📅 DATES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862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2020 – Present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2017 – May 2020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023360" cy="1005840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0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5C"/>
                </a:solidFill>
              </a:rPr>
              <a:t>🏢 ORGANIZATIONS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Brightline Agency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Media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Parsons School of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57600"/>
            <a:ext cx="40233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730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5C"/>
                </a:solidFill>
              </a:rPr>
              <a:t>💰 AMOUNTS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4005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(none detected)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😊 Sentiment: Positive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Scoring Rubric — 100 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 Functionality &amp; Accuracy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1280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C896"/>
                </a:solidFill>
              </a:rPr>
              <a:t>90 pts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15 test cases × 10 pts each  (5 PDF + 5 DOCX + 5 Images)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651760" cy="1188720"/>
          </a:xfrm>
          <a:prstGeom prst="rect">
            <a:avLst/>
          </a:prstGeom>
          <a:solidFill>
            <a:srgbClr val="0F1F5C"/>
          </a:solidFill>
          <a:ln w="12700">
            <a:solidFill>
              <a:srgbClr val="1E4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2 pts / test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FCC"/>
                </a:solidFill>
              </a:rPr>
              <a:t>Concise &amp; accurate summary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468880"/>
            <a:ext cx="2651760" cy="1188720"/>
          </a:xfrm>
          <a:prstGeom prst="rect">
            <a:avLst/>
          </a:prstGeom>
          <a:solidFill>
            <a:srgbClr val="0F1F5C"/>
          </a:solidFill>
          <a:ln w="12700">
            <a:solidFill>
              <a:srgbClr val="1E4F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🏷️  Entity 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4 pts /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FCC"/>
                </a:solidFill>
              </a:rPr>
              <a:t>Names, dates, orgs, amounts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468880"/>
            <a:ext cx="2651760" cy="1188720"/>
          </a:xfrm>
          <a:prstGeom prst="rect">
            <a:avLst/>
          </a:prstGeom>
          <a:solidFill>
            <a:srgbClr val="0F1F5C"/>
          </a:solidFill>
          <a:ln w="12700">
            <a:solidFill>
              <a:srgbClr val="1E4F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😊  Sentiment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4 pts /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FCC"/>
                </a:solidFill>
              </a:rPr>
              <a:t>Positive / Neutral / Negative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Repository Code 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CD34D"/>
                </a:solidFill>
              </a:rPr>
              <a:t>10 pts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Final Score = (Total Score / 150) × 90  +  Code Quality (10)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2834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</a:rPr>
              <a:t>AI Document Analyzer — GUVI Hackathon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60604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20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🌐  Live URL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doc-analyzer-gemini.vercel.app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3429000"/>
            <a:ext cx="260604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520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💻  GitHub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github.com/sheshgupta06/doc-analyzer-gemini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60604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5B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520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👨‍💻  Developer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Shesh Gupta — GCRG Lucknow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Analyzer - GUVI Hackathon 2026</dc:title>
  <dc:subject>PptxGenJS Presentation</dc:subject>
  <dc:creator>Shesh Gupta</dc:creator>
  <cp:lastModifiedBy>Shesh Gupta</cp:lastModifiedBy>
  <cp:revision>1</cp:revision>
  <dcterms:created xsi:type="dcterms:W3CDTF">2026-04-04T14:24:51Z</dcterms:created>
  <dcterms:modified xsi:type="dcterms:W3CDTF">2026-04-04T14:24:51Z</dcterms:modified>
</cp:coreProperties>
</file>